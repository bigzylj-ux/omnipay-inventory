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78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OmniPay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POS Inventory System</a:t>
            </a:r>
            <a:br/>
            <a:r>
              <a:t>Comprehensive Management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Shared POS terminal inventory workflow for admins and approved users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Supabase-first storage with IndexedDB fallback for resilience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Real-time dashboard with KPI tracking and charts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Daily automated reconciliation of inventory vs portal data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Vendor management, repair cost tracking, and fault uploads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Large-upload support for thousands of records through chunked processing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✓ Master Inventory Management - Track all terminals with detailed metadata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✓ Daily Portal Reconciliation - Auto-match and update terminal assignments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✓ Vendor Management - Manage repair vendors and fault-based costs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✓ Advanced Search &amp; Filtering - By serial, terminal ID, merchant, location, status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✓ Real-time Dashboard - KPI cards showing inventory status overview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✓ Export Capabilities - Excel export for reporting and backup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✓ Audit Trail - Complete reconciliation history and logs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User Interface Layer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  → React 18.2 + TypeScript for the inventory workflow UI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Auth &amp; Access Layer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  → Protected routes, admin approvals, and role-based access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Data Layer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  → Supabase for shared storage, with IndexedDB fallback when needed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Operations Layer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  → Excel import, reconciliation, tracking, and audit logging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840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Frontend: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React 18.2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TypeScript 5.3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React Router v6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Tailwind CSS 3.3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Lucide React (Icons)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188720"/>
            <a:ext cx="3840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Build &amp; Tools: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Vite 5.0 (Fast bundler)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PostCSS 8.4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Node.js / npm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Data: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IndexedDB (Browser)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Excel/CSV import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Core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📊 Dashboard - Real-time KPI overview of inventory status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📦 Inventory - Searchable master inventory with advanced filtering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📥 Daily Import - Master data and portal DB upload with deduplication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✔️ Reconciliation - Automated matching and auto-update engine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🏢 Vendors - Vendor contact management and repair tracking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🗺️ Tracking - Historical audit trail of terminal movements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Daily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1. Download portal DB file from your portal system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2. Go to Daily Import → Portal DB tab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3. Upload the DB file (auto-deduplication &amp; validation)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4. Navigate to Reconciliation page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5. Click "Run Daily Reconciliation"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6. Review results (updated, new, no change, exceptions)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Master Inventory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One-time Initial Setup: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1. Download Master Inventory Template from Daily Import page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2. Prepare your inventory data with columns: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   SN, Device Serial No., TerminalID, MerchantName, Status, etc.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3. Upload via Daily Import → Master Inventory tab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4. System imports all terminals into local database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After Setup: Only re-upload when adding new terminal batches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Reconciliation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Automatic Matching: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Matches portal serial numbers against master inventory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Auto-assigns terminal IDs where available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Updates merchant names from portal data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Updates phone numbers from portal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Results Display: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Records Updated - Successfully matched and updated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New Deployments - New terminals found in portal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No Change - No updates needed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Exceptions Flagged - Mismatches requiring manual review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Vendor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Add &amp; Manage Vendors: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Store vendor contact details (email, phone, address)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Upload repair records with fault-based costs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Track repair history per terminal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Update Terminal Status: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Mark as "Repaired" when repair completes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Mark as "Cannibalised" for salvage operations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Automatically update inventory status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Advanced Search &amp; Filtering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Search Across: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Device Serial Number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Terminal ID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Merchant Name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Phone Number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Filter By: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Status (All statuses available)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Location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Category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Action: Click "Export" to download filtered results as Excel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Terminal Status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Deployed - Actively in use at merchant location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In Stock - Available in warehouse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Yet To Deploy - Ready for deployment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Under Repair - Sent to vendor for repair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Repaired - Repair completed successfully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Faulty - Terminal has identified defects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Retrieved - Recovered from field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Cannibalised - Parts salvaged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Lost - Terminal missing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Test Terminal - Used for testing purposes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Troubleshooting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840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Import Issues: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Missing sheet names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Wrong column headers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Solution: Use template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No Portal Records: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DB file not imported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Solution: Import DB first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Data Disappears: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Browser cache cleared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Solution: Export backups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188720"/>
            <a:ext cx="3840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Search Not Working: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No data imported yet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Filter mismatch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Solution: Import first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Exceptions Flagged: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Serial number mismatch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Missing records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Solution: Manual review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Performance Issues: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Large dataset (&gt;10K)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</a:defRPr>
            </a:pPr>
            <a:r>
              <a:t>• Solution: Use filtering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Data Storage &amp; Backup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Data Location: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Stored through Supabase when available, with IndexedDB fallback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Supports shared visibility for authorized users across browsers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Keeps audit history and operational records available for review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Backup Best Practices: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Export inventory and logs regularly to Excel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Keep source import files for traceability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Archive historical records for audit and reporting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Validate shared access settings for team workflows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Daily Operations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☑ Download portal DB sheet from portal system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☑ Open OmniPay system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☑ Navigate to Daily Import page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☑ Upload portal DB file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☑ Go to Reconciliation page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☑ Run Daily Reconciliation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☑ Review results (updated, new, exceptions)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☑ Export reconciliation logs if needed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System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Browser: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Modern web browser (Chrome, Firefox, Edge, Safari)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Recent versions recommended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Settings: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JavaScript enabled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Cookies/Local Storage enabled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Pop-ups allowed for downloads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Hardware: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Minimum 50MB disk space for full database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Stable internet for initial access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Works offline after loading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Security &amp; Data Retention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Data Retention: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Master Inventory: Persists in shared storage and fallback storage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Portal Records: Latest import stored for current workflows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Reconciliation Logs: Retained for review and audit tracking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Vendor Data: Maintained for operational history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Security Notes: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Role-based access controls protect key workflows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Shared storage is managed through Supabase policies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Regular exports and validation are recommended for compliance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Implementation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✓ Intelligent Portal Deduplication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  Removes duplicate records, keeps most complete entry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✓ Smart Status Normalization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  Auto-maps various status values to standard statuses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✓ Exception Flagging System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  Alerts on mismatches (mismatched Terminal IDs, missing records)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✓ Fault-Based Cost Tracking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  Tracks repair costs by fault type per vendor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Future Roadmap &amp;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Phase 2 - Advanced Operations: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Expanded analytics and forecasting reports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More automation for exception review workflows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Stronger reporting for regional and vendor performance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Phase 3 - Integrations: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Mobile support for field tracking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Automated notifications and reminders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• Integration with downstream finance and audit tools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Q: Do I need internet always?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A: The app is best used with internet access for shared Supabase data, but fallback storage helps when needed.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Q: Where is my data stored?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A: The app prefers Supabase and uses IndexedDB fallback when the shared storage layer is unavailable.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Q: Can multiple people access it?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A: Yes, authorized users can access shared records when the correct permissions and Supabase setup are in place.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Q: What if I clear browser cache?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A: Browser-only copies may be lost, so regular exports and shared storage checks are recommended.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07850"/>
          </a:solidFill>
          <a:ln>
            <a:solidFill>
              <a:srgbClr val="1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Getting Started - New Employee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1. Read Executive Summary (this presentation)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2. Review Daily Workflow &amp; Operations Checklist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3. Practice Master Inventory upload with template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4. Perform a test reconciliation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5. Familiarize with search and filtering features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6. Keep detailed documentation nearby for reference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78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Refer to the complete documentation guide</a:t>
            </a:r>
            <a:br/>
            <a:r>
              <a:t>for detailed procedures and troubleshooting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