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OmniPay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POS Inventory System</a:t>
            </a:r>
            <a:br/>
            <a:r>
              <a:t>Comprehensive Management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Browser-based POS terminal inventory management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Real-time dashboard with KPI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Daily automated reconciliation of inventory vs portal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Vendor management with repair cost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Local data persistence ensuring offline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Built for scalability with planned multi-user server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Master Inventory Management - Track all terminals with detailed metadata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Daily Portal Reconciliation - Auto-match and update terminal assignments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Vendor Management - Manage repair vendors and fault-based costs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Advanced Search &amp; Filtering - By serial, terminal ID, merchant, location,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Real-time Dashboard - KPI cards showing inventory status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Export Capabilities - Excel export for reporting and backup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Audit Trail - Complete reconciliation history and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User Interface Layer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React 18.2 + TypeScript for type-safe UI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State &amp; Routing Layer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React Router for seamless page navigation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Data Persistence Layer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→ IndexedDB (Browser Local Storage) for offline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Future: Server Backend for multi-user sync and cross-device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Frontend: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React 18.2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TypeScript 5.3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React Router v6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Tailwind CSS 3.3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Lucide React (Icons)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Build &amp; Tools: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Vite 5.0 (Fast bundler)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PostCSS 8.4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Node.js / npm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Data: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IndexedDB (Browser)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Excel/CSV import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📊 Dashboard - Real-time KPI overview of inventory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📦 Inventory - Searchable master inventory with advanced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📥 Daily Import - Master data and portal DB upload with deduplication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✔️ Reconciliation - Automated matching and auto-update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🏢 Vendors - Vendor contact management and repair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🗺️ Tracking - Historical audit trail of terminal movements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Daily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1. Download portal DB file from your portal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2. Go to Daily Import → Portal DB tab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3. Upload the DB file (auto-deduplication &amp;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4. Navigate to Reconciliation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5. Click "Run Daily Reconciliation"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6. Review results (updated, new, no change, exceptions)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Master Inventory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One-time Initial Setup: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1. Download Master Inventory Template from Daily Import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2. Prepare your inventory data with columns: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 SN, Device Serial No., TerminalID, MerchantName, Status, etc.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3. Upload via Daily Import → Master Inventory tab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4. System imports all terminals into local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After Setup: Only re-upload when adding new terminal batches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Reconciliation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Automatic Matching: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Matches portal serial numbers against master inventory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Auto-assigns terminal IDs where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Updates merchant names from portal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Updates phone numbers from portal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Results Display: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Records Updated - Successfully matched and updated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New Deployments - New terminals found in portal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No Change - No updates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Exceptions Flagged - Mismatches requiring manual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Vendor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Add &amp; Manage Vendors: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Store vendor contact details (email, phone, address)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Upload repair records with fault-based costs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Track repair history per terminal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Update Terminal Status: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Mark as "Repaired" when repair completes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Mark as "Cannibalised" for salvage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Automatically update inventory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Advanced Search &amp;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Search Across: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Device Serial Number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Terminal 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Merchant Name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Phone Number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Filter By: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Status (All statuses available)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Category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Action: Click "Export" to download filtered results as Excel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Terminal Status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Deployed - Actively in use at merchant 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In Stock - Available in warehouse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Yet To Deploy - Ready for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Under Repair - Sent to vendor for repair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Repaired - Repair completed successfully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Faulty - Terminal has identified defects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Retrieved - Recovered from field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Cannibalised - Parts salvaged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Lost - Terminal missing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Test Terminal - Used for testing purposes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Troubleshooting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Import Issues: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Missing sheet names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Wrong column headers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Solution: Use template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No Portal Records: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DB file not imported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Solution: Import DB first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Data Disappears: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Browser cache cleared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Solution: Export backups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Search Not Working: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No data imported yet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Filter mismatch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Solution: Import first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Exceptions Flagged: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Serial number mismatch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Missing records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Solution: Manual review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Performance Issues: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Large dataset (&gt;10K)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Solution: Use filtering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 Storage &amp; Backup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Data Location: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Stored in browser IndexedDB (local machine only)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No data transmitted to external servers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Currently single-user per browser instance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Backup Best Practices: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Export inventory weekly to Excel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Archive reconciliation logs monthly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Date-stamp all exported 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Keep offline copies for audit trail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Daily Operations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Download portal DB sheet from portal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Open OmniPay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Navigate to Daily Import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Upload portal DB file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Go to Reconciliation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Run Daily Reconciliation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Review results (updated, new, exceptions)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☑ Export reconciliation logs if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Browser: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Modern web browser (Chrome, Firefox, Edge, Safari)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Recent versions recommended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Settings: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JavaScript enabled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Cookies/Local Storage enabled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Pop-ups allowed for downloads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Hardware: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Minimum 50MB disk space for full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Stable internet for initial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Works offline after loading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&amp; Data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Data Retention: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Master Inventory: Persists until cleared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Portal Records: Latest import stored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Reconciliation Logs: Last 500 kept, older auto-removed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Vendor Data: Persists indefinitely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Security Notes: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Data is local - no cloud transmission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Clearing browser cache deletes all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No user authentication in v1.0 (future enhancement)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Regular backups recommended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Intelligent Portal Deduplication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Removes duplicate records, keeps most complete entry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Smart Status 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Auto-maps various status values to standard statuses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Exception Flagging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Alerts on mismatches (mismatched Terminal IDs, missing records)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✓ Fault-Based Cost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Tracks repair costs by fault type per vendor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Future Roadmap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Phase 2 - Multi-User Support: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Server-backed database (AWS/GCP/Azure)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User authentication &amp; role-based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Real-time data sync across devices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Phase 3 - Advanced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Mobile app for field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Automated email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Advanced analytics &amp;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Integration with accounting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Q: Do I need internet always?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A: No, only for initial load. System works offline.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Q: Where is my data stored?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A: Browser IndexedDB on your local computer.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Q: Can multiple people access it?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A: Not yet (v1.0 is single-user). Multi-user in future.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Q: What if I clear browser cache?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A: Data is deleted. Always export backups first.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7850"/>
          </a:solidFill>
          <a:ln>
            <a:solidFill>
              <a:srgbClr val="1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Getting Started - New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1. Read Executive Summary (this presentation)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2. Review Daily Workflow &amp; Operations Checklist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3. Practice Master Inventory upload with template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4. Perform a test reconciliation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5. Familiarize with search and filtering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6. Keep detailed documentation nearby for reference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Refer to the complete documentation guide</a:t>
            </a:r>
            <a:br/>
            <a:r>
              <a:t>for detailed procedures and troubleshooting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